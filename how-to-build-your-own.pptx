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6858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</a:rPr>
              <a:t>✦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Built My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Time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070"/>
                </a:solidFill>
              </a:rPr>
              <a:t>No coding needed. Just AI, a free database,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070"/>
                </a:solidFill>
              </a:rPr>
              <a:t>and 30 minutes of your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7EC8A4">
              <a:alpha val="20000"/>
            </a:srgbClr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C8A4"/>
                </a:solidFill>
              </a:rPr>
              <a:t>Plan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2588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7AAEE8">
              <a:alpha val="20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AEE8"/>
                </a:solidFill>
              </a:rPr>
              <a:t>Build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A07AE8">
              <a:alpha val="20000"/>
            </a:srgbClr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7AE8"/>
                </a:solidFill>
              </a:rPr>
              <a:t>Database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E8B07A">
              <a:alpha val="20000"/>
            </a:srgbClr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07A"/>
                </a:solidFill>
              </a:rPr>
              <a:t>Connect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E8A0B4">
              <a:alpha val="20000"/>
            </a:srgbClr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0B4"/>
                </a:solidFill>
              </a:rPr>
              <a:t>Deploy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484632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E8E07A">
              <a:alpha val="20000"/>
            </a:srgbClr>
          </a:solidFill>
          <a:ln w="12700">
            <a:solidFill>
              <a:srgbClr val="E8E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4846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07A"/>
                </a:solidFill>
              </a:rPr>
              <a:t>Use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5943600" cy="22860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What you'll 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263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🌐  A live web app with your actual goals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611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☁️  Cloud sync — works on phone &amp; laptop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9585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📊  Daily logs, quarterly &amp; yearly views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7306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✏️   Edit goals anytime from the browser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EC8A4"/>
                </a:solidFill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Goals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Start with a simple life planning document — or use what you already have.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7EC8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34640"/>
            <a:ext cx="73152" cy="169164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Deen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A4"/>
                </a:solidFill>
              </a:rPr>
              <a:t>9 goals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83464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A0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834640"/>
            <a:ext cx="73152" cy="1691640"/>
          </a:xfrm>
          <a:prstGeom prst="rect">
            <a:avLst/>
          </a:prstGeom>
          <a:solidFill>
            <a:srgbClr val="E8A0B4"/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Family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B4"/>
                </a:solidFill>
              </a:rPr>
              <a:t>3 goals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7AA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54880"/>
            <a:ext cx="73152" cy="1691640"/>
          </a:xfrm>
          <a:prstGeom prst="rect">
            <a:avLst/>
          </a:prstGeom>
          <a:solidFill>
            <a:srgbClr val="7AAEE8"/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74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Career &amp; Finance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EE8"/>
                </a:solidFill>
              </a:rPr>
              <a:t>3 goals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475488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B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754880"/>
            <a:ext cx="73152" cy="1691640"/>
          </a:xfrm>
          <a:prstGeom prst="rect">
            <a:avLst/>
          </a:prstGeom>
          <a:solidFill>
            <a:srgbClr val="E8B07A"/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5074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Health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5623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07A"/>
                </a:solidFill>
              </a:rPr>
              <a:t>2 goals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67512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A07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6675120"/>
            <a:ext cx="73152" cy="1691640"/>
          </a:xfrm>
          <a:prstGeom prst="rect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995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Education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7543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7AE8"/>
                </a:solidFill>
              </a:rPr>
              <a:t>2 goals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6675120"/>
            <a:ext cx="2743200" cy="16916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E0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6675120"/>
            <a:ext cx="73152" cy="1691640"/>
          </a:xfrm>
          <a:prstGeom prst="rect">
            <a:avLst/>
          </a:prstGeom>
          <a:solidFill>
            <a:srgbClr val="E8E07A"/>
          </a:solidFill>
          <a:ln w="12700">
            <a:solidFill>
              <a:srgbClr val="E8E0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6995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Side Quest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7543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7A"/>
                </a:solidFill>
              </a:rPr>
              <a:t>2 goals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8549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530"/>
                </a:solidFill>
              </a:rPr>
              <a:t>💡  Tip: Your yearly planner Excel file works perfectly as input for AI.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7AAEE8"/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7AAEE8"/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AEE8"/>
                </a:solidFill>
              </a:rPr>
              <a:t>STEP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AI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(Claude)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Go to claude.ai → attach your planner file → describe what you want.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943600" cy="2377440"/>
          </a:xfrm>
          <a:prstGeom prst="rect">
            <a:avLst/>
          </a:prstGeom>
          <a:solidFill>
            <a:srgbClr val="1A1916"/>
          </a:solidFill>
          <a:ln w="19050">
            <a:solidFill>
              <a:srgbClr val="7AA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AEE8"/>
                </a:solidFill>
              </a:rPr>
              <a:t>YOUR PROMPT TO CLAUDE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AD8"/>
                </a:solidFill>
              </a:rPr>
              <a:t>"I want a time tracker web app. I have 6 life pillars and 21 goals (see attached file). I want to: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AD8"/>
                </a:solidFill>
              </a:rPr>
              <a:t>• Log hours per goal daily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AD8"/>
                </a:solidFill>
              </a:rPr>
              <a:t>• See progress by quarter and year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AD8"/>
                </a:solidFill>
              </a:rPr>
              <a:t>• Group logs by goal or by pillar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F0EAD8"/>
                </a:solidFill>
              </a:rPr>
              <a:t>Make it a single HTML file, dark theme, professional design."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5074920"/>
            <a:ext cx="5943600" cy="1005840"/>
          </a:xfrm>
          <a:prstGeom prst="rect">
            <a:avLst/>
          </a:prstGeom>
          <a:solidFill>
            <a:srgbClr val="242220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C8A4"/>
                </a:solidFill>
              </a:rPr>
              <a:t>✅  What you 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A complete single-file HTML app — no servers, no frameworks, no coding.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6949440"/>
            <a:ext cx="457200" cy="457200"/>
          </a:xfrm>
          <a:prstGeom prst="ellipse">
            <a:avLst/>
          </a:prstGeom>
          <a:solidFill>
            <a:srgbClr val="7AAEE8">
              <a:alpha val="30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949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EE8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7498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Attach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your 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34440" y="7178040"/>
            <a:ext cx="640080" cy="0"/>
          </a:xfrm>
          <a:prstGeom prst="line">
            <a:avLst/>
          </a:prstGeom>
          <a:noFill/>
          <a:ln w="19050">
            <a:solidFill>
              <a:srgbClr val="2E2C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6949440"/>
            <a:ext cx="457200" cy="457200"/>
          </a:xfrm>
          <a:prstGeom prst="ellipse">
            <a:avLst/>
          </a:prstGeom>
          <a:solidFill>
            <a:srgbClr val="7AAEE8">
              <a:alpha val="30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6949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EE8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7498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Describe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the app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7178040"/>
            <a:ext cx="640080" cy="0"/>
          </a:xfrm>
          <a:prstGeom prst="line">
            <a:avLst/>
          </a:prstGeom>
          <a:noFill/>
          <a:ln w="19050">
            <a:solidFill>
              <a:srgbClr val="2E2C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6949440"/>
            <a:ext cx="457200" cy="457200"/>
          </a:xfrm>
          <a:prstGeom prst="ellipse">
            <a:avLst/>
          </a:prstGeom>
          <a:solidFill>
            <a:srgbClr val="7AAEE8">
              <a:alpha val="30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6949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EE8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7498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Claude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generates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7178040"/>
            <a:ext cx="640080" cy="0"/>
          </a:xfrm>
          <a:prstGeom prst="line">
            <a:avLst/>
          </a:prstGeom>
          <a:noFill/>
          <a:ln w="19050">
            <a:solidFill>
              <a:srgbClr val="2E2C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6949440"/>
            <a:ext cx="457200" cy="457200"/>
          </a:xfrm>
          <a:prstGeom prst="ellipse">
            <a:avLst/>
          </a:prstGeom>
          <a:solidFill>
            <a:srgbClr val="7AAEE8">
              <a:alpha val="30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6949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EE8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7498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Download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070"/>
                </a:solidFill>
              </a:rPr>
              <a:t>HTML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8549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530"/>
                </a:solidFill>
              </a:rPr>
              <a:t>💡  claude.ai is free to use. No account setup beyond signing in.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7AE8"/>
                </a:solidFill>
              </a:rPr>
              <a:t>STEP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Database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Supabase gives you a free cloud database so your data syncs everywhere.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943600" cy="1188720"/>
          </a:xfrm>
          <a:prstGeom prst="rect">
            <a:avLst/>
          </a:prstGeom>
          <a:solidFill>
            <a:srgbClr val="242220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73152" cy="1188720"/>
          </a:xfrm>
          <a:prstGeom prst="rect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7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24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Create account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Go to supabase.com → Sign up free → Create new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943600" cy="1188720"/>
          </a:xfrm>
          <a:prstGeom prst="rect">
            <a:avLst/>
          </a:prstGeom>
          <a:solidFill>
            <a:srgbClr val="242220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73152" cy="1188720"/>
          </a:xfrm>
          <a:prstGeom prst="rect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7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40416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Open SQL Editor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4348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In your project dashboard → click SQL Editor in the sidebar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49240"/>
            <a:ext cx="5943600" cy="1188720"/>
          </a:xfrm>
          <a:prstGeom prst="rect">
            <a:avLst/>
          </a:prstGeom>
          <a:solidFill>
            <a:srgbClr val="242220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349240"/>
            <a:ext cx="73152" cy="1188720"/>
          </a:xfrm>
          <a:prstGeom prst="rect">
            <a:avLst/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7A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5458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AD8"/>
                </a:solidFill>
              </a:rPr>
              <a:t>Run the script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852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Paste the SQL Claude gives you → click Run → see 'Success'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6949440"/>
            <a:ext cx="5943600" cy="1188720"/>
          </a:xfrm>
          <a:prstGeom prst="rect">
            <a:avLst/>
          </a:prstGeom>
          <a:solidFill>
            <a:srgbClr val="0A0908"/>
          </a:solidFill>
          <a:ln w="12700">
            <a:solidFill>
              <a:srgbClr val="7A65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7022592"/>
            <a:ext cx="5669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logs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bigint generated always as identity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goal_id int, date text, hours numeric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8549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530"/>
                </a:solidFill>
              </a:rPr>
              <a:t>💡  Supabase free tier is generous — no credit card required.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E8B07A"/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E8B07A"/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07A"/>
                </a:solidFill>
              </a:rPr>
              <a:t>STEP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App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Database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Get two keys from Supabase → share them with Claude → done.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943600" cy="1188720"/>
          </a:xfrm>
          <a:prstGeom prst="rect">
            <a:avLst/>
          </a:prstGeom>
          <a:solidFill>
            <a:srgbClr val="1A1916"/>
          </a:solidFill>
          <a:ln w="19050">
            <a:solidFill>
              <a:srgbClr val="E8B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07A"/>
                </a:solidFill>
              </a:rPr>
              <a:t>🔑  Project URL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Settings → General → copy the Project URL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Looks like: https://yourproject.supabase.co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943600" cy="1188720"/>
          </a:xfrm>
          <a:prstGeom prst="rect">
            <a:avLst/>
          </a:prstGeom>
          <a:solidFill>
            <a:srgbClr val="1A1916"/>
          </a:solidFill>
          <a:ln w="19050">
            <a:solidFill>
              <a:srgbClr val="E8B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07A"/>
                </a:solidFill>
              </a:rPr>
              <a:t>🔑  Anon API 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159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Settings → API Keys → copy the publishable key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Looks like: sb_publishable_xxxx...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2C2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242220"/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212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AD8"/>
                </a:solidFill>
              </a:rPr>
              <a:t>Copy both keys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521208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242220"/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5212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AD8"/>
                </a:solidFill>
              </a:rPr>
              <a:t>Paste to Claude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675120"/>
            <a:ext cx="5943600" cy="1554480"/>
          </a:xfrm>
          <a:prstGeom prst="rect">
            <a:avLst/>
          </a:prstGeom>
          <a:solidFill>
            <a:srgbClr val="242220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8580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8A8070"/>
                </a:solidFill>
              </a:rPr>
              <a:t>✅  Claude updates your HTML file with the keys baked in.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8A8070"/>
                </a:solidFill>
              </a:rPr>
              <a:t>Your app now reads and writes to Supabase automatically.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8A8070"/>
                </a:solidFill>
              </a:rPr>
              <a:t>Open on phone → same data as laptop. Always.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8549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530"/>
                </a:solidFill>
              </a:rPr>
              <a:t>💡  The anon key is safe to share — it's public by design.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E8A0B4"/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E8A0B4"/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B4"/>
                </a:solidFill>
              </a:rPr>
              <a:t>STEP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for Free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(Netlify)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Turn your HTML file into a real website in under 2 minutes.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943600" cy="109728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243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Create a folder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0449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</a:rPr>
              <a:t>Make a new folder on your desktop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28620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2C29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5943600" cy="109728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62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Rename to "index.html"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3068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</a:rPr>
              <a:t>This tells Netlify it's the homepage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41239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2C29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038344"/>
            <a:ext cx="5943600" cy="109728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1480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51297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Go to netlify.com/drop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55686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</a:rPr>
              <a:t>No account needed to start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5385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2C29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6300216"/>
            <a:ext cx="5943600" cy="109728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4099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🖱️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6391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Drag the folder 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6830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</a:rPr>
              <a:t>Upload takes just a few seconds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66476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2C29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7562088"/>
            <a:ext cx="5943600" cy="109728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C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767181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🎉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76535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Get your live URL!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8092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0"/>
                </a:solidFill>
              </a:rPr>
              <a:t>yoursite.netlify.app — share it!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7909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2C29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E8E07A"/>
          </a:solidFill>
          <a:ln w="12700">
            <a:solidFill>
              <a:srgbClr val="E8E0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E8E07A"/>
          </a:solidFill>
          <a:ln w="12700">
            <a:solidFill>
              <a:srgbClr val="E8E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E0C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E07A"/>
                </a:solidFill>
              </a:rPr>
              <a:t>STEP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Anywhere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</a:rPr>
              <a:t>Open the URL on any device — your data is always there.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7EC8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Log Hours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67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Pick goal, date &amp; hours — one tap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51460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7AA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3429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View by Pillar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8679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Collapse &amp; expand grouped logs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A07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Quarterly 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16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Top goals per quarter at a glance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466344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B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Yearly Overview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6016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Full year hours by pillar &amp; goal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81228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A0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7040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" y="7726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Edit Goals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8165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Add, rename, reorder any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6812280"/>
            <a:ext cx="2743200" cy="1920240"/>
          </a:xfrm>
          <a:prstGeom prst="rect">
            <a:avLst/>
          </a:prstGeom>
          <a:solidFill>
            <a:srgbClr val="242220"/>
          </a:solidFill>
          <a:ln w="19050">
            <a:solidFill>
              <a:srgbClr val="E8E0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7040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657600" y="7726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8"/>
                </a:solidFill>
              </a:rPr>
              <a:t>Export CSV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8165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</a:rPr>
              <a:t>Download all logs to Excel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411480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6858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4C"/>
                </a:solidFill>
              </a:rPr>
              <a:t>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built it.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EA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use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8070"/>
                </a:solidFill>
              </a:rPr>
              <a:t>Total cost: $0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8070"/>
                </a:solidFill>
              </a:rPr>
              <a:t>Total time: ~30 minutes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A8070"/>
                </a:solidFill>
              </a:rPr>
              <a:t>Skills needed: None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6634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7EC8A4">
              <a:alpha val="15000"/>
            </a:srgbClr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A4"/>
                </a:solidFill>
              </a:rPr>
              <a:t>1.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46634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7AAEE8">
              <a:alpha val="15000"/>
            </a:srgbClr>
          </a:solidFill>
          <a:ln w="12700">
            <a:solidFill>
              <a:srgbClr val="7AA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AEE8"/>
                </a:solidFill>
              </a:rPr>
              <a:t>2. 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46634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A07AE8">
              <a:alpha val="15000"/>
            </a:srgbClr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7AE8"/>
                </a:solidFill>
              </a:rPr>
              <a:t>3. Database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3492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B07A">
              <a:alpha val="15000"/>
            </a:srgbClr>
          </a:solidFill>
          <a:ln w="12700">
            <a:solidFill>
              <a:srgbClr val="E8B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07A"/>
                </a:solidFill>
              </a:rPr>
              <a:t>4. Connect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53492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A0B4">
              <a:alpha val="15000"/>
            </a:srgbClr>
          </a:solidFill>
          <a:ln w="12700">
            <a:solidFill>
              <a:srgbClr val="E8A0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B4"/>
                </a:solidFill>
              </a:rPr>
              <a:t>5. Deploy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53492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E8E07A">
              <a:alpha val="15000"/>
            </a:srgbClr>
          </a:solidFill>
          <a:ln w="12700">
            <a:solidFill>
              <a:srgbClr val="E8E0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07A"/>
                </a:solidFill>
              </a:rPr>
              <a:t>6. Use!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070"/>
                </a:solidFill>
              </a:rPr>
              <a:t>Built with Claude · Supabase · Netlify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6858000"/>
            <a:ext cx="5394960" cy="1645920"/>
          </a:xfrm>
          <a:prstGeom prst="rect">
            <a:avLst/>
          </a:prstGeom>
          <a:solidFill>
            <a:srgbClr val="24222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7040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Want to build yours?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74797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Open Claude → describe your goals → follow these 6 steps.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070"/>
                </a:solidFill>
              </a:rPr>
              <a:t>If you get stuck, Claude will guide you the whole way.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8778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E2C29"/>
                </a:solidFill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Built My 2026 Time Tracker</dc:title>
  <dc:subject>PptxGenJS Presentation</dc:subject>
  <dc:creator>PptxGenJS</dc:creator>
  <cp:lastModifiedBy>PptxGenJS</cp:lastModifiedBy>
  <cp:revision>1</cp:revision>
  <dcterms:created xsi:type="dcterms:W3CDTF">2026-03-08T15:42:15Z</dcterms:created>
  <dcterms:modified xsi:type="dcterms:W3CDTF">2026-03-08T15:42:15Z</dcterms:modified>
</cp:coreProperties>
</file>